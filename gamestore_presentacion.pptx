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6C3FC5">
              <a:alpha val="18000"/>
            </a:srgbClr>
          </a:solidFill>
          <a:ln w="12700">
            <a:solidFill>
              <a:srgbClr val="6C3FC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2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— MÓDULO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GameStore Perú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en Arquitectura por Capas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2D1B69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7889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Singleton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88920" y="278892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1C3A1C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27889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Factory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20640" y="278892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3A1C1C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7889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Adapter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635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 ·  Arquitectura en Capas  ·  Menú Interactivo en Consola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GameStore Perú?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consola en Python que simula una tienda de videojuegos real, implementando 3 patrones de diseño dentro de una arquitectura en capas.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691640"/>
            <a:ext cx="205740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691640"/>
            <a:ext cx="2057400" cy="548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745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29260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juegos reales: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Elden Ring, FIFA 25,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 2...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60320" y="1691640"/>
            <a:ext cx="205740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1691640"/>
            <a:ext cx="2057400" cy="548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8745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51760" y="29260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· Digital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· Suscripción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reglas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1691640"/>
            <a:ext cx="205740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0600" y="1691640"/>
            <a:ext cx="2057400" cy="548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8745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Pasarelas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29260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· Culqi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Yape — APIs reales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040880" y="1691640"/>
            <a:ext cx="205740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040880" y="1691640"/>
            <a:ext cx="2057400" cy="548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87452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132320" y="29260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capas: Domain,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Application,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en Capas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5303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96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2070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menu.py — Menú interactivo en consola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71800" y="1572768"/>
            <a:ext cx="0" cy="109728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700784"/>
            <a:ext cx="5303520" cy="749808"/>
          </a:xfrm>
          <a:prstGeom prst="rect">
            <a:avLst/>
          </a:prstGeom>
          <a:solidFill>
            <a:srgbClr val="1B3A2A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700784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7739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084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tienda_service.py — Orquesta los 3 patrones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71800" y="2450592"/>
            <a:ext cx="0" cy="109728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578608"/>
            <a:ext cx="5303520" cy="749808"/>
          </a:xfrm>
          <a:prstGeom prst="rect">
            <a:avLst/>
          </a:prstGeom>
          <a:solidFill>
            <a:srgbClr val="3B1F5E"/>
          </a:solidFill>
          <a:ln w="12700">
            <a:solidFill>
              <a:srgbClr val="6C3FC5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578608"/>
            <a:ext cx="64008" cy="74980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2920" y="2962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factory / adapters — Implementaciones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71800" y="3328416"/>
            <a:ext cx="0" cy="109728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3456432"/>
            <a:ext cx="5303520" cy="749808"/>
          </a:xfrm>
          <a:prstGeom prst="rect">
            <a:avLst/>
          </a:prstGeom>
          <a:solidFill>
            <a:srgbClr val="3A1515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456432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5295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2920" y="3840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modelos.py + interfaces.py — Reglas puras del negocio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822960"/>
            <a:ext cx="288036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35040" y="914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dependencias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035040" y="13716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solo conoce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35040" y="1627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capas inferiores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35040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035040" y="21396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Application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35040" y="2395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Infrastructure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35040" y="26517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→ Domain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35040" y="2907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→ Nadie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35040" y="31638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035040" y="3419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Domain nunca importa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35040" y="3675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otras capas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502920" cy="50292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Singleton  —  ConfiguracionTienda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0664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397764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1B69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necesita UNA sola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global compartida: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moneda, tipos activos,
pasarelas disponibles, IGV...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hubiera múltiples instancias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configuraciones contradictorias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822960"/>
            <a:ext cx="443484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280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__new__ controla la creación: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existe instancia → la retorna.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→ la crea.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4114800" cy="594360"/>
          </a:xfrm>
          <a:prstGeom prst="rect">
            <a:avLst/>
          </a:prstGeom>
          <a:solidFill>
            <a:srgbClr val="0A0A14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config1 = ConfiguracionTienda()  # crea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config1 is config2  →  True  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actúa en la app?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33756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" y="3310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si una pasarela está activa antes de procesar el pago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685032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ID correlativo de cada pedido (ORD-0001, ORD-0002...)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3250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050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IGV (18%) sobre el total del pedido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3A1C"/>
          </a:solidFill>
          <a:ln w="12700">
            <a:solidFill>
              <a:srgbClr val="1C3A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502920" cy="502920"/>
          </a:xfrm>
          <a:prstGeom prst="ellipse">
            <a:avLst/>
          </a:prstGeom>
          <a:solidFill>
            <a:srgbClr val="1C3A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Factory Method  —  ProductoFactory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0664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Problema: Cada tipo de producto tiene reglas diferentes. El servicio no debería conocerlas.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unidades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post-compra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325880"/>
            <a:ext cx="2011680" cy="2468880"/>
          </a:xfrm>
          <a:prstGeom prst="rect">
            <a:avLst/>
          </a:prstGeom>
          <a:solidFill>
            <a:srgbClr val="1B3A2A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50592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24505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5 copias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clave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325880"/>
            <a:ext cx="2011680" cy="2468880"/>
          </a:xfrm>
          <a:prstGeom prst="rect">
            <a:avLst/>
          </a:prstGeom>
          <a:solidFill>
            <a:srgbClr val="3B1F5E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18304" y="24505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unidad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contenido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biblioteca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1325880"/>
            <a:ext cx="2011680" cy="2468880"/>
          </a:xfrm>
          <a:prstGeom prst="rect">
            <a:avLst/>
          </a:prstGeom>
          <a:solidFill>
            <a:srgbClr val="3A2A10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3136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94576" y="24505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días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premium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ProductoFactory.crear(producto)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261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ProductoFisico  |  ProductoDigital  |  ProductoDLC  |  ProductoSuscripcion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1C1C"/>
          </a:solidFill>
          <a:ln w="12700">
            <a:solidFill>
              <a:srgbClr val="3A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502920" cy="502920"/>
          </a:xfrm>
          <a:prstGeom prst="ellipse">
            <a:avLst/>
          </a:prstGeom>
          <a:solidFill>
            <a:srgbClr val="3A1C1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Adapter  —  Pasarelas de Pago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194560" cy="1188720"/>
          </a:xfrm>
          <a:prstGeom prst="rect">
            <a:avLst/>
          </a:prstGeom>
          <a:solidFill>
            <a:srgbClr val="1C3A1C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877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sistema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2435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IPasarelaPago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.cobrar(pedido)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399032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804672"/>
            <a:ext cx="2011680" cy="1188720"/>
          </a:xfrm>
          <a:prstGeom prst="rect">
            <a:avLst/>
          </a:prstGeom>
          <a:solidFill>
            <a:srgbClr val="3B1F5E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877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AdapterPayPal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Traduce: USD (÷3.75)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399032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804672"/>
            <a:ext cx="30175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9418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PayPalSDK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create_order()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capture_order()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2651760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2057400"/>
            <a:ext cx="2011680" cy="1188720"/>
          </a:xfrm>
          <a:prstGeom prst="rect">
            <a:avLst/>
          </a:prstGeom>
          <a:solidFill>
            <a:srgbClr val="3B1F5E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2130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AdapterCulqi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5146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Traduce: PEN×100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651760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2057400"/>
            <a:ext cx="3017520" cy="1188720"/>
          </a:xfrm>
          <a:prstGeom prst="rect">
            <a:avLst/>
          </a:prstGeom>
          <a:solidFill>
            <a:srgbClr val="3A1515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CulqiClient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crear_cargo()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céntimos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3904488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310128"/>
            <a:ext cx="2011680" cy="1188720"/>
          </a:xfrm>
          <a:prstGeom prst="rect">
            <a:avLst/>
          </a:prstGeom>
          <a:solidFill>
            <a:srgbClr val="3B1F5E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0896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AdapterYape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767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Traduce: Teléfono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904488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3310128"/>
            <a:ext cx="3017520" cy="1188720"/>
          </a:xfrm>
          <a:prstGeom prst="rect">
            <a:avLst/>
          </a:prstGeom>
          <a:solidFill>
            <a:srgbClr val="2A2A0A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06440" y="34472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YapeDirectAPI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iniciar_pago()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op.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adapter también convierte unidades: PEN→USD, soles→céntimos, formato de respuesta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Completo — Los 3 Patrones en Acción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94A3B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86968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9326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selecciona un juego y elige método de pago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1499616"/>
            <a:ext cx="8686800" cy="621792"/>
          </a:xfrm>
          <a:prstGeom prst="rect">
            <a:avLst/>
          </a:prstGeom>
          <a:solidFill>
            <a:srgbClr val="1A1A3E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581912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16276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valida que la pasarela esté activa y genera ID de pedido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1627632"/>
            <a:ext cx="1051560" cy="347472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16276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8600" y="2194560"/>
            <a:ext cx="8686800" cy="621792"/>
          </a:xfrm>
          <a:prstGeom prst="rect">
            <a:avLst/>
          </a:prstGeom>
          <a:solidFill>
            <a:srgbClr val="1A2E1A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27685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23225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crea el manejador correcto según el tipo de producto (Físico, Digital, DLC...)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2322576"/>
            <a:ext cx="1051560" cy="34747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0" y="232257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28600" y="2889504"/>
            <a:ext cx="8686800" cy="621792"/>
          </a:xfrm>
          <a:prstGeom prst="rect">
            <a:avLst/>
          </a:prstGeom>
          <a:solidFill>
            <a:srgbClr val="1A2E1A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9718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30175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valida la compra con las reglas específicas del tipo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0" y="3017520"/>
            <a:ext cx="1051560" cy="34747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3017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3584448"/>
            <a:ext cx="8686800" cy="621792"/>
          </a:xfrm>
          <a:prstGeom prst="rect">
            <a:avLst/>
          </a:prstGeom>
          <a:solidFill>
            <a:srgbClr val="2E1A1A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366674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68680" y="37124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selecciona la pasarela y traduce la solicitud a la API externa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72400" y="3712464"/>
            <a:ext cx="105156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37124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4279392"/>
            <a:ext cx="8686800" cy="621792"/>
          </a:xfrm>
          <a:prstGeom prst="rect">
            <a:avLst/>
          </a:prstGeom>
          <a:solidFill>
            <a:srgbClr val="1A2E1A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20040" y="43616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8680" y="44074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ejecuta la entrega post-pago (descuenta stock, genera clave...)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772400" y="4407408"/>
            <a:ext cx="1051560" cy="34747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0" y="44074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— Salida en Consola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804672"/>
            <a:ext cx="8686800" cy="3977640"/>
          </a:xfrm>
          <a:prstGeom prst="rect">
            <a:avLst/>
          </a:prstGeom>
          <a:solidFill>
            <a:srgbClr val="050508"/>
          </a:solidFill>
          <a:ln w="12700">
            <a:solidFill>
              <a:srgbClr val="94A3B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solidFill>
            <a:srgbClr val="1A1A2A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python main.py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1704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[SINGLETON] ConfiguracionTienda creada — única instancia.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13898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🔁 Singleton verificado: config is config2 → True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60934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" y="182880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🏭 [FACTORY] Tipo 'DIGITAL'  → ProductoDigital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2048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Agregado: 1x Elden 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040" y="2267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🏭 [FACTORY] Tipo 'FISICO'   → ProductoFisico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2487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Agregado: 2x FIFA 25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0040" y="27066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" y="29260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🔌 [ADAPTER] Seleccionando pasarela: PAYPAL → AdapterPayPal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31455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🔌 [ADAPTER PayPal] Traduciendo pedido ORD-0001 para SDK...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" y="33649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[PayPal SDK] create_order: $214.53 USD | GameStore ORD-0001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35844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38039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🔑 Clave generada: 1RY6-VFU1-DJK0-83R5  (Elden Ring / PC)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0040" y="40233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📦 Stock actualizado: FIFA 25 → 13 unidades restantes.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Comparativo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822960"/>
            <a:ext cx="1417320" cy="41148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1752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91640" y="822960"/>
            <a:ext cx="1325880" cy="41148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64792" y="822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63240" y="822960"/>
            <a:ext cx="3429000" cy="41148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36392" y="822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822960"/>
            <a:ext cx="2514600" cy="41148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112" y="822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en el proyecto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" y="1234440"/>
            <a:ext cx="141732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" y="13075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Singleton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691640" y="1234440"/>
            <a:ext cx="132588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4792" y="1307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63240" y="1234440"/>
            <a:ext cx="342900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36392" y="13075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config global en toda la app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1234440"/>
            <a:ext cx="251460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11112" y="13075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ConfiguracionTienda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8600" y="1892808"/>
            <a:ext cx="1417320" cy="612648"/>
          </a:xfrm>
          <a:prstGeom prst="rect">
            <a:avLst/>
          </a:prstGeom>
          <a:solidFill>
            <a:srgbClr val="141420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1752" y="1965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Factory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691640" y="1892808"/>
            <a:ext cx="1325880" cy="612648"/>
          </a:xfrm>
          <a:prstGeom prst="rect">
            <a:avLst/>
          </a:prstGeom>
          <a:solidFill>
            <a:srgbClr val="141420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64792" y="1965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063240" y="1892808"/>
            <a:ext cx="3429000" cy="612648"/>
          </a:xfrm>
          <a:prstGeom prst="rect">
            <a:avLst/>
          </a:prstGeom>
          <a:solidFill>
            <a:srgbClr val="141420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36392" y="19659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producto correcto sin acoplar al cliente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37960" y="1892808"/>
            <a:ext cx="2514600" cy="612648"/>
          </a:xfrm>
          <a:prstGeom prst="rect">
            <a:avLst/>
          </a:prstGeom>
          <a:solidFill>
            <a:srgbClr val="141420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11112" y="1965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ProductoFactory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8600" y="2551176"/>
            <a:ext cx="141732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1752" y="26243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Adapter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691640" y="2551176"/>
            <a:ext cx="132588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64792" y="26243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063240" y="2551176"/>
            <a:ext cx="342900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36392" y="26243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APIs de pago incompatibles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537960" y="2551176"/>
            <a:ext cx="2514600" cy="612648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11112" y="2624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AdapterPayPal / Culqi / Yape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8600" y="3931920"/>
            <a:ext cx="868680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11480" y="40050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patrones trabajan juntos dentro de una arquitectura en 4 capas real.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responsabilidad única y solo depende de las capas inferiores.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GameStore Perú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 ·  Factory Method  ·  Adapter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578608"/>
            <a:ext cx="7772400" cy="0"/>
          </a:xfrm>
          <a:prstGeom prst="line">
            <a:avLst/>
          </a:prstGeom>
          <a:noFill/>
          <a:ln w="6350">
            <a:solidFill>
              <a:srgbClr val="94A3B8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— Módulo 2: Patrones de Diseño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 ·  Arquitectura en Capas  ·  Sin dependencias externas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FC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3767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github.com/tu-usuario/gamestore-design-patterns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GameStore Perú — Patrones de Diseño</dc:title>
  <dc:subject>PptxGenJS Presentation</dc:subject>
  <dc:creator>PptxGenJS</dc:creator>
  <cp:lastModifiedBy>PptxGenJS</cp:lastModifiedBy>
  <cp:revision>1</cp:revision>
  <dcterms:created xsi:type="dcterms:W3CDTF">2026-02-25T20:23:58Z</dcterms:created>
  <dcterms:modified xsi:type="dcterms:W3CDTF">2026-02-25T20:23:58Z</dcterms:modified>
</cp:coreProperties>
</file>